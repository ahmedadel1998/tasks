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44CF-A035-19EF-8771-16569CE46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222D2-F285-994C-8F31-CC4539FF1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795F1-D8D2-B07C-6472-B874CA95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AD33F-F584-5169-EB12-EB982948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C6BD6-EDEB-EEFC-B75B-0CBA0130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1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FAF2-D72B-3792-EAF1-5446FB61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48CF-76B5-154C-6063-4746C6649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9E86-394C-F322-41CC-D23C9E54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E0A5-9DB3-7C50-429B-2FA44CF5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375F0-9F02-2983-969F-F7E45EAC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1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7AE1-D38E-D813-881B-DEFBC09D7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8E35F-3EA7-3412-5EE5-348963279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C5F3C-EDD0-4069-8CD6-3FC731C74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1F142-2FFD-F265-02AB-D905150D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FFBA2-57CD-6929-5172-505E3DC1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3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5AC9F-4D26-6C2A-24BF-1C00727D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F0B64-8F4D-C5C7-66AE-80C9BE21B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B08A47-19EF-39A3-D77C-96EF857CC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1B7D9-186E-58F2-E025-4CE69F57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22A4B-4D74-D0B5-F278-9FE46977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90A58-243A-307A-ECED-C9D4B03C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4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943E-A402-D3D8-5F3F-BD118E2D1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BDB62-AA60-1ECC-BAFD-94B872F3C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0E68F-10BA-DB1E-E77D-F6A510DDF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12689-AE66-CD68-E48A-86D9C9C06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1F60C-837A-379F-6FF6-6EC295E29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9F373E-9490-099C-136B-6C4B0CA2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CDD1-C5C1-29BF-33EA-307F4306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0E481-A555-21EA-1516-BB14990F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4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DE3DC-C1A9-C1AE-7BA0-CE2B7C76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09808-2D25-1F90-CB13-A839A77C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0EF1A-CBBB-1D32-8413-1AD8C257E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7502E-43AC-D7EE-D068-FA55D433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3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52F3D-BFAC-6F7C-45E6-5EDDCEA8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B622A-CD07-6CDD-61E4-F8F54157F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D360A-7791-E6D6-32B4-FC058086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4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F0A7-F8AF-71F7-46D0-F2E8E8B1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E79B8-317D-0BD1-8B73-353CFBA3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EDC3F-3E14-6534-A2D9-32AE33A77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84AD4-91C0-5613-542C-EF31419B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34739-A763-CEEF-C226-BF5DE6CFC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464C5-4474-412C-3D17-B971C3BC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9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B850-CA55-296D-C5BD-51A11A3F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012E6-6EFA-4F12-8730-3BC93E9E6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CB552-E347-66D0-EFE6-368F15AF4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135DA-FEA6-BBE7-DEC5-3B8E73D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09B90-A1AD-CDB8-BF89-0A7B97D8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45E60-2241-EA37-15A4-DF0A9555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8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6CA4-EF03-23D4-AAA8-BCF7478D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DD3E6-8FF7-6714-1D9E-B672E72A5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BEFDF-0041-C34B-8F24-86C84AC8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1E199-11D8-A8AC-1DBC-B427DD36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A4984-BCB6-DE68-F802-103A8369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04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5778D2-D279-61CD-3494-2647A9993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8D023-8CA1-6C33-EAA0-D06431C5F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A302F-EC24-E8E8-6433-9B10B5A0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B4672-9A69-6F75-EBFB-F2B8D239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2FD66-3BFC-B9DD-7110-4933021E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8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1C748-EA5C-17EF-EC21-AF7C5F94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029FA-9806-733C-2241-C192E47E0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06621-DDF5-DCC1-4373-E55B662C7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E9AD1-AE2F-41AD-9E4A-ADFD2F0A12D0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8FDF8-F1E2-4290-FD28-05586EEA3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BAE5D-4944-A883-E340-8AC9F0FC9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C5E80-02AE-46B4-812C-5DFBCCB05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4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6B32-09C7-482E-2B29-CEF0D4FB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1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4E910A-E7FC-3BBA-410B-BF3B4BE4B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136" y="1690688"/>
            <a:ext cx="8434559" cy="423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36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A0219-0F1F-4EB4-B3DE-126CD749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2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8FF808-4CCD-24D4-3BE0-55A8AD630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3" y="1861512"/>
            <a:ext cx="9029700" cy="408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5FCD-5FFE-15C4-D49F-67E2E3C3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3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29E641-F46C-E37F-E32C-81B7911D9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554" y="1920186"/>
            <a:ext cx="9604664" cy="432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3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5027-D8CC-5251-07F7-A984D475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4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9D4DB9-E93A-B774-A987-519F5FC5B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90" y="1690688"/>
            <a:ext cx="9615055" cy="48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5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F8E53-8AF6-0207-F81F-2563A219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5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2538DD-3BAD-C7DE-981E-70EE0A393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192" y="1873207"/>
            <a:ext cx="9566563" cy="431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94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32FE-032B-7534-7087-C4065FC3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6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996577-5E8C-2C59-FE73-14C7B348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77" y="1942813"/>
            <a:ext cx="10082645" cy="455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6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92DA-8F58-5EF1-D51D-EC92266F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7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9D461E-732C-29FF-F065-8FC61C785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77" y="1999663"/>
            <a:ext cx="9625445" cy="43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3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729C2-2F7B-87AE-B359-E361314F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8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D108F4-AB20-1E59-3F60-EAFB3865A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285" y="1825625"/>
            <a:ext cx="9653430" cy="4351338"/>
          </a:xfrm>
        </p:spPr>
      </p:pic>
    </p:spTree>
    <p:extLst>
      <p:ext uri="{BB962C8B-B14F-4D97-AF65-F5344CB8AC3E}">
        <p14:creationId xmlns:p14="http://schemas.microsoft.com/office/powerpoint/2010/main" val="387358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BA8A-5130-3738-F371-9913234A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1DD8F-33D1-9793-D112-055D5348F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14" y="2158810"/>
            <a:ext cx="9632372" cy="433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8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D2A4-4F3E-7B83-8F9C-D0C85327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10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CE2ADCD-DF4D-4347-5D15-0F0B8CFD0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82" y="2055160"/>
            <a:ext cx="9744673" cy="443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4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Problem 1 </vt:lpstr>
      <vt:lpstr>Problem 2</vt:lpstr>
      <vt:lpstr>Problem 3 </vt:lpstr>
      <vt:lpstr>Problem 4</vt:lpstr>
      <vt:lpstr>Problem 5</vt:lpstr>
      <vt:lpstr>Problem 6 </vt:lpstr>
      <vt:lpstr>Problem 7 </vt:lpstr>
      <vt:lpstr>Problem 8 </vt:lpstr>
      <vt:lpstr>Problem 9</vt:lpstr>
      <vt:lpstr>Problem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Helmy</dc:creator>
  <cp:lastModifiedBy>Ahmed Helmy</cp:lastModifiedBy>
  <cp:revision>1</cp:revision>
  <dcterms:created xsi:type="dcterms:W3CDTF">2025-04-10T10:28:12Z</dcterms:created>
  <dcterms:modified xsi:type="dcterms:W3CDTF">2025-04-10T10:35:05Z</dcterms:modified>
</cp:coreProperties>
</file>